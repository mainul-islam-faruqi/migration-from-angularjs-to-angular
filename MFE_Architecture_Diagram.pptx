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" Type="http://schemas.openxmlformats.org/officeDocument/2006/relationships/printerSettings" Target="printerSettings/printerSettings1.bin"/><Relationship Id="rId20" Type="http://schemas.openxmlformats.org/officeDocument/2006/relationships/slide" Target="slides/slide14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Micro-Frontend (MFE) Architecture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Complete Visual Representation of Angular-in-AngularJS Migration Architecture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🏗️ High-Level Architecture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pic>
        <p:nvPicPr>
          <p:cNvPr id="4" name="Picture 3" descr="diagram_0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45920"/>
            <a:ext cx="822960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🌊 Runtime Flow: Request to Render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pic>
        <p:nvPicPr>
          <p:cNvPr id="4" name="Picture 3" descr="diagram_0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45920"/>
            <a:ext cx="822960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🔄 Component Lifecycle Management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pic>
        <p:nvPicPr>
          <p:cNvPr id="4" name="Picture 3" descr="diagram_0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45920"/>
            <a:ext cx="822960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🗺️ Route-Based Activation Matrix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pic>
        <p:nvPicPr>
          <p:cNvPr id="4" name="Picture 3" descr="diagram_0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45920"/>
            <a:ext cx="822960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📡 Cross-Framework Communication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pic>
        <p:nvPicPr>
          <p:cNvPr id="4" name="Picture 3" descr="diagram_0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45920"/>
            <a:ext cx="822960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🔌 Single-SPA Application Registration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4592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000"/>
            </a:pPr>
            <a:r>
              <a:t>M</a:t>
            </a:r>
          </a:p>
          <a:p>
            <a:pPr>
              <a:spcAft>
                <a:spcPts val="300"/>
              </a:spcAft>
              <a:defRPr sz="1000"/>
            </a:pPr>
            <a:r>
              <a:t>e</a:t>
            </a:r>
          </a:p>
          <a:p>
            <a:pPr>
              <a:spcAft>
                <a:spcPts val="300"/>
              </a:spcAft>
              <a:defRPr sz="1000"/>
            </a:pPr>
            <a:r>
              <a:t>r</a:t>
            </a:r>
          </a:p>
          <a:p>
            <a:pPr>
              <a:spcAft>
                <a:spcPts val="300"/>
              </a:spcAft>
              <a:defRPr sz="1000"/>
            </a:pPr>
            <a:r>
              <a:t>m</a:t>
            </a:r>
          </a:p>
          <a:p>
            <a:pPr>
              <a:spcAft>
                <a:spcPts val="300"/>
              </a:spcAft>
              <a:defRPr sz="1000"/>
            </a:pPr>
            <a:r>
              <a:t>a</a:t>
            </a:r>
          </a:p>
          <a:p>
            <a:pPr>
              <a:spcAft>
                <a:spcPts val="300"/>
              </a:spcAft>
              <a:defRPr sz="1000"/>
            </a:pPr>
            <a:r>
              <a:t>i</a:t>
            </a:r>
          </a:p>
          <a:p>
            <a:pPr>
              <a:spcAft>
                <a:spcPts val="300"/>
              </a:spcAft>
              <a:defRPr sz="1000"/>
            </a:pPr>
            <a:r>
              <a:t>d</a:t>
            </a:r>
          </a:p>
          <a:p>
            <a:pPr>
              <a:spcAft>
                <a:spcPts val="300"/>
              </a:spcAft>
              <a:defRPr sz="1000"/>
            </a:pPr>
            <a:r>
              <a:t>D</a:t>
            </a:r>
          </a:p>
          <a:p>
            <a:pPr>
              <a:spcAft>
                <a:spcPts val="300"/>
              </a:spcAft>
              <a:defRPr sz="1000"/>
            </a:pPr>
            <a:r>
              <a:t>i</a:t>
            </a:r>
          </a:p>
          <a:p>
            <a:pPr>
              <a:spcAft>
                <a:spcPts val="300"/>
              </a:spcAft>
              <a:defRPr sz="1000"/>
            </a:pPr>
            <a:r>
              <a:t>a</a:t>
            </a:r>
          </a:p>
          <a:p>
            <a:pPr>
              <a:spcAft>
                <a:spcPts val="300"/>
              </a:spcAft>
              <a:defRPr sz="1000"/>
            </a:pPr>
            <a:r>
              <a:t>g</a:t>
            </a:r>
          </a:p>
          <a:p>
            <a:pPr>
              <a:spcAft>
                <a:spcPts val="300"/>
              </a:spcAft>
              <a:defRPr sz="1000"/>
            </a:pPr>
            <a:r>
              <a:t>r</a:t>
            </a:r>
          </a:p>
          <a:p>
            <a:pPr>
              <a:spcAft>
                <a:spcPts val="300"/>
              </a:spcAft>
              <a:defRPr sz="1000"/>
            </a:pPr>
            <a:r>
              <a:t>a</a:t>
            </a:r>
          </a:p>
          <a:p>
            <a:pPr>
              <a:spcAft>
                <a:spcPts val="300"/>
              </a:spcAft>
              <a:defRPr sz="1000"/>
            </a:pPr>
            <a:r>
              <a:t>m</a:t>
            </a:r>
          </a:p>
          <a:p>
            <a:pPr>
              <a:spcAft>
                <a:spcPts val="300"/>
              </a:spcAft>
              <a:defRPr sz="1000"/>
            </a:pPr>
            <a:r>
              <a:t>:</a:t>
            </a:r>
          </a:p>
          <a:p>
            <a:pPr>
              <a:spcAft>
                <a:spcPts val="300"/>
              </a:spcAft>
              <a:defRPr sz="1000"/>
            </a:pPr>
            <a:r>
              <a:t>g</a:t>
            </a:r>
          </a:p>
          <a:p>
            <a:pPr>
              <a:spcAft>
                <a:spcPts val="300"/>
              </a:spcAft>
              <a:defRPr sz="1000"/>
            </a:pPr>
            <a:r>
              <a:t>r</a:t>
            </a:r>
          </a:p>
          <a:p>
            <a:pPr>
              <a:spcAft>
                <a:spcPts val="300"/>
              </a:spcAft>
              <a:defRPr sz="1000"/>
            </a:pPr>
            <a:r>
              <a:t>a</a:t>
            </a:r>
          </a:p>
          <a:p>
            <a:pPr>
              <a:spcAft>
                <a:spcPts val="300"/>
              </a:spcAft>
              <a:defRPr sz="1000"/>
            </a:pPr>
            <a:r>
              <a:t>p</a:t>
            </a:r>
          </a:p>
          <a:p>
            <a:pPr>
              <a:spcAft>
                <a:spcPts val="300"/>
              </a:spcAft>
              <a:defRPr sz="1000"/>
            </a:pPr>
            <a:r>
              <a:t>h</a:t>
            </a:r>
          </a:p>
          <a:p>
            <a:pPr>
              <a:spcAft>
                <a:spcPts val="300"/>
              </a:spcAft>
              <a:defRPr sz="1000"/>
            </a:pPr>
            <a:r>
              <a:t>T</a:t>
            </a:r>
          </a:p>
          <a:p>
            <a:pPr>
              <a:spcAft>
                <a:spcPts val="300"/>
              </a:spcAft>
              <a:defRPr sz="1000"/>
            </a:pPr>
            <a:r>
              <a:t>D</a:t>
            </a:r>
          </a:p>
          <a:p>
            <a:pPr>
              <a:spcAft>
                <a:spcPts val="300"/>
              </a:spcAft>
              <a:defRPr sz="1000"/>
            </a:pPr>
            <a:r>
              <a:t>S</a:t>
            </a:r>
          </a:p>
          <a:p>
            <a:pPr>
              <a:spcAft>
                <a:spcPts val="300"/>
              </a:spcAft>
              <a:defRPr sz="1000"/>
            </a:pPr>
            <a:r>
              <a:t>t</a:t>
            </a:r>
          </a:p>
          <a:p>
            <a:pPr>
              <a:spcAft>
                <a:spcPts val="300"/>
              </a:spcAft>
              <a:defRPr sz="1000"/>
            </a:pPr>
            <a:r>
              <a:t>a</a:t>
            </a:r>
          </a:p>
          <a:p>
            <a:pPr>
              <a:spcAft>
                <a:spcPts val="300"/>
              </a:spcAft>
              <a:defRPr sz="1000"/>
            </a:pPr>
            <a:r>
              <a:t>r</a:t>
            </a:r>
          </a:p>
          <a:p>
            <a:pPr>
              <a:spcAft>
                <a:spcPts val="300"/>
              </a:spcAft>
              <a:defRPr sz="1000"/>
            </a:pPr>
            <a:r>
              <a:t>t</a:t>
            </a:r>
          </a:p>
          <a:p>
            <a:pPr>
              <a:spcAft>
                <a:spcPts val="300"/>
              </a:spcAft>
              <a:defRPr sz="1000"/>
            </a:pPr>
            <a:r>
              <a:t>[</a:t>
            </a:r>
          </a:p>
          <a:p>
            <a:pPr>
              <a:spcAft>
                <a:spcPts val="300"/>
              </a:spcAft>
              <a:defRPr sz="1000"/>
            </a:pPr>
            <a:r>
              <a:t>B</a:t>
            </a:r>
          </a:p>
          <a:p>
            <a:pPr>
              <a:spcAft>
                <a:spcPts val="300"/>
              </a:spcAft>
              <a:defRPr sz="1000"/>
            </a:pPr>
            <a:r>
              <a:t>r</a:t>
            </a:r>
          </a:p>
          <a:p>
            <a:pPr>
              <a:spcAft>
                <a:spcPts val="300"/>
              </a:spcAft>
              <a:defRPr sz="1000"/>
            </a:pPr>
            <a:r>
              <a:t>o</a:t>
            </a:r>
          </a:p>
          <a:p>
            <a:pPr>
              <a:spcAft>
                <a:spcPts val="300"/>
              </a:spcAft>
              <a:defRPr sz="1000"/>
            </a:pPr>
            <a:r>
              <a:t>w</a:t>
            </a:r>
          </a:p>
          <a:p>
            <a:pPr>
              <a:spcAft>
                <a:spcPts val="300"/>
              </a:spcAft>
              <a:defRPr sz="1000"/>
            </a:pPr>
            <a:r>
              <a:t>s</a:t>
            </a:r>
          </a:p>
          <a:p>
            <a:pPr>
              <a:spcAft>
                <a:spcPts val="300"/>
              </a:spcAft>
              <a:defRPr sz="1000"/>
            </a:pPr>
            <a:r>
              <a:t>e</a:t>
            </a:r>
          </a:p>
          <a:p>
            <a:pPr>
              <a:spcAft>
                <a:spcPts val="300"/>
              </a:spcAft>
              <a:defRPr sz="1000"/>
            </a:pPr>
            <a:r>
              <a:t>r</a:t>
            </a:r>
          </a:p>
          <a:p>
            <a:pPr>
              <a:spcAft>
                <a:spcPts val="300"/>
              </a:spcAft>
              <a:defRPr sz="1000"/>
            </a:pPr>
            <a:r>
              <a:t>L</a:t>
            </a:r>
          </a:p>
          <a:p>
            <a:pPr>
              <a:spcAft>
                <a:spcPts val="300"/>
              </a:spcAft>
              <a:defRPr sz="1000"/>
            </a:pPr>
            <a:r>
              <a:t>o</a:t>
            </a:r>
          </a:p>
          <a:p>
            <a:pPr>
              <a:spcAft>
                <a:spcPts val="300"/>
              </a:spcAft>
              <a:defRPr sz="1000"/>
            </a:pPr>
            <a:r>
              <a:t>a</a:t>
            </a:r>
          </a:p>
          <a:p>
            <a:pPr>
              <a:spcAft>
                <a:spcPts val="300"/>
              </a:spcAft>
              <a:defRPr sz="1000"/>
            </a:pPr>
            <a:r>
              <a:t>d</a:t>
            </a:r>
          </a:p>
          <a:p>
            <a:pPr>
              <a:spcAft>
                <a:spcPts val="300"/>
              </a:spcAft>
              <a:defRPr sz="1000"/>
            </a:pPr>
            <a:r>
              <a:t>s</a:t>
            </a:r>
          </a:p>
          <a:p>
            <a:pPr>
              <a:spcAft>
                <a:spcPts val="300"/>
              </a:spcAft>
              <a:defRPr sz="1000"/>
            </a:pPr>
            <a:r>
              <a:t>i</a:t>
            </a:r>
          </a:p>
          <a:p>
            <a:pPr>
              <a:spcAft>
                <a:spcPts val="300"/>
              </a:spcAft>
              <a:defRPr sz="1000"/>
            </a:pPr>
            <a:r>
              <a:t>n</a:t>
            </a:r>
          </a:p>
          <a:p>
            <a:pPr>
              <a:spcAft>
                <a:spcPts val="300"/>
              </a:spcAft>
              <a:defRPr sz="1000"/>
            </a:pPr>
            <a:r>
              <a:t>d</a:t>
            </a:r>
          </a:p>
          <a:p>
            <a:pPr>
              <a:spcAft>
                <a:spcPts val="300"/>
              </a:spcAft>
              <a:defRPr sz="1000"/>
            </a:pPr>
            <a:r>
              <a:t>e</a:t>
            </a:r>
          </a:p>
          <a:p>
            <a:pPr>
              <a:spcAft>
                <a:spcPts val="300"/>
              </a:spcAft>
              <a:defRPr sz="1000"/>
            </a:pPr>
            <a:r>
              <a:t>x</a:t>
            </a:r>
          </a:p>
          <a:p>
            <a:pPr>
              <a:spcAft>
                <a:spcPts val="300"/>
              </a:spcAft>
              <a:defRPr sz="1000"/>
            </a:pPr>
            <a:r>
              <a:t>.</a:t>
            </a:r>
          </a:p>
          <a:p>
            <a:pPr>
              <a:spcAft>
                <a:spcPts val="300"/>
              </a:spcAft>
              <a:defRPr sz="1000"/>
            </a:pPr>
            <a:r>
              <a:t>h</a:t>
            </a:r>
          </a:p>
          <a:p>
            <a:pPr>
              <a:spcAft>
                <a:spcPts val="300"/>
              </a:spcAft>
              <a:defRPr sz="1000"/>
            </a:pPr>
            <a:r>
              <a:t>t</a:t>
            </a:r>
          </a:p>
          <a:p>
            <a:pPr>
              <a:spcAft>
                <a:spcPts val="300"/>
              </a:spcAft>
              <a:defRPr sz="1000"/>
            </a:pPr>
            <a:r>
              <a:t>m</a:t>
            </a:r>
          </a:p>
          <a:p>
            <a:pPr>
              <a:spcAft>
                <a:spcPts val="300"/>
              </a:spcAft>
              <a:defRPr sz="1000"/>
            </a:pPr>
            <a:r>
              <a:t>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📦 Module Loading &amp; Bundle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4592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000"/>
            </a:pPr>
            <a:r>
              <a:t>M</a:t>
            </a:r>
          </a:p>
          <a:p>
            <a:pPr>
              <a:spcAft>
                <a:spcPts val="300"/>
              </a:spcAft>
              <a:defRPr sz="1000"/>
            </a:pPr>
            <a:r>
              <a:t>e</a:t>
            </a:r>
          </a:p>
          <a:p>
            <a:pPr>
              <a:spcAft>
                <a:spcPts val="300"/>
              </a:spcAft>
              <a:defRPr sz="1000"/>
            </a:pPr>
            <a:r>
              <a:t>r</a:t>
            </a:r>
          </a:p>
          <a:p>
            <a:pPr>
              <a:spcAft>
                <a:spcPts val="300"/>
              </a:spcAft>
              <a:defRPr sz="1000"/>
            </a:pPr>
            <a:r>
              <a:t>m</a:t>
            </a:r>
          </a:p>
          <a:p>
            <a:pPr>
              <a:spcAft>
                <a:spcPts val="300"/>
              </a:spcAft>
              <a:defRPr sz="1000"/>
            </a:pPr>
            <a:r>
              <a:t>a</a:t>
            </a:r>
          </a:p>
          <a:p>
            <a:pPr>
              <a:spcAft>
                <a:spcPts val="300"/>
              </a:spcAft>
              <a:defRPr sz="1000"/>
            </a:pPr>
            <a:r>
              <a:t>i</a:t>
            </a:r>
          </a:p>
          <a:p>
            <a:pPr>
              <a:spcAft>
                <a:spcPts val="300"/>
              </a:spcAft>
              <a:defRPr sz="1000"/>
            </a:pPr>
            <a:r>
              <a:t>d</a:t>
            </a:r>
          </a:p>
          <a:p>
            <a:pPr>
              <a:spcAft>
                <a:spcPts val="300"/>
              </a:spcAft>
              <a:defRPr sz="1000"/>
            </a:pPr>
            <a:r>
              <a:t>D</a:t>
            </a:r>
          </a:p>
          <a:p>
            <a:pPr>
              <a:spcAft>
                <a:spcPts val="300"/>
              </a:spcAft>
              <a:defRPr sz="1000"/>
            </a:pPr>
            <a:r>
              <a:t>i</a:t>
            </a:r>
          </a:p>
          <a:p>
            <a:pPr>
              <a:spcAft>
                <a:spcPts val="300"/>
              </a:spcAft>
              <a:defRPr sz="1000"/>
            </a:pPr>
            <a:r>
              <a:t>a</a:t>
            </a:r>
          </a:p>
          <a:p>
            <a:pPr>
              <a:spcAft>
                <a:spcPts val="300"/>
              </a:spcAft>
              <a:defRPr sz="1000"/>
            </a:pPr>
            <a:r>
              <a:t>g</a:t>
            </a:r>
          </a:p>
          <a:p>
            <a:pPr>
              <a:spcAft>
                <a:spcPts val="300"/>
              </a:spcAft>
              <a:defRPr sz="1000"/>
            </a:pPr>
            <a:r>
              <a:t>r</a:t>
            </a:r>
          </a:p>
          <a:p>
            <a:pPr>
              <a:spcAft>
                <a:spcPts val="300"/>
              </a:spcAft>
              <a:defRPr sz="1000"/>
            </a:pPr>
            <a:r>
              <a:t>a</a:t>
            </a:r>
          </a:p>
          <a:p>
            <a:pPr>
              <a:spcAft>
                <a:spcPts val="300"/>
              </a:spcAft>
              <a:defRPr sz="1000"/>
            </a:pPr>
            <a:r>
              <a:t>m</a:t>
            </a:r>
          </a:p>
          <a:p>
            <a:pPr>
              <a:spcAft>
                <a:spcPts val="300"/>
              </a:spcAft>
              <a:defRPr sz="1000"/>
            </a:pPr>
            <a:r>
              <a:t>:</a:t>
            </a:r>
          </a:p>
          <a:p>
            <a:pPr>
              <a:spcAft>
                <a:spcPts val="300"/>
              </a:spcAft>
              <a:defRPr sz="1000"/>
            </a:pPr>
            <a:r>
              <a:t>g</a:t>
            </a:r>
          </a:p>
          <a:p>
            <a:pPr>
              <a:spcAft>
                <a:spcPts val="300"/>
              </a:spcAft>
              <a:defRPr sz="1000"/>
            </a:pPr>
            <a:r>
              <a:t>r</a:t>
            </a:r>
          </a:p>
          <a:p>
            <a:pPr>
              <a:spcAft>
                <a:spcPts val="300"/>
              </a:spcAft>
              <a:defRPr sz="1000"/>
            </a:pPr>
            <a:r>
              <a:t>a</a:t>
            </a:r>
          </a:p>
          <a:p>
            <a:pPr>
              <a:spcAft>
                <a:spcPts val="300"/>
              </a:spcAft>
              <a:defRPr sz="1000"/>
            </a:pPr>
            <a:r>
              <a:t>p</a:t>
            </a:r>
          </a:p>
          <a:p>
            <a:pPr>
              <a:spcAft>
                <a:spcPts val="300"/>
              </a:spcAft>
              <a:defRPr sz="1000"/>
            </a:pPr>
            <a:r>
              <a:t>h</a:t>
            </a:r>
          </a:p>
          <a:p>
            <a:pPr>
              <a:spcAft>
                <a:spcPts val="300"/>
              </a:spcAft>
              <a:defRPr sz="1000"/>
            </a:pPr>
            <a:r>
              <a:t>T</a:t>
            </a:r>
          </a:p>
          <a:p>
            <a:pPr>
              <a:spcAft>
                <a:spcPts val="300"/>
              </a:spcAft>
              <a:defRPr sz="1000"/>
            </a:pPr>
            <a:r>
              <a:t>B</a:t>
            </a:r>
          </a:p>
          <a:p>
            <a:pPr>
              <a:spcAft>
                <a:spcPts val="300"/>
              </a:spcAft>
              <a:defRPr sz="1000"/>
            </a:pPr>
            <a:r>
              <a:t>s</a:t>
            </a:r>
          </a:p>
          <a:p>
            <a:pPr>
              <a:spcAft>
                <a:spcPts val="300"/>
              </a:spcAft>
              <a:defRPr sz="1000"/>
            </a:pPr>
            <a:r>
              <a:t>u</a:t>
            </a:r>
          </a:p>
          <a:p>
            <a:pPr>
              <a:spcAft>
                <a:spcPts val="300"/>
              </a:spcAft>
              <a:defRPr sz="1000"/>
            </a:pPr>
            <a:r>
              <a:t>b</a:t>
            </a:r>
          </a:p>
          <a:p>
            <a:pPr>
              <a:spcAft>
                <a:spcPts val="300"/>
              </a:spcAft>
              <a:defRPr sz="1000"/>
            </a:pPr>
            <a:r>
              <a:t>g</a:t>
            </a:r>
          </a:p>
          <a:p>
            <a:pPr>
              <a:spcAft>
                <a:spcPts val="300"/>
              </a:spcAft>
              <a:defRPr sz="1000"/>
            </a:pPr>
            <a:r>
              <a:t>r</a:t>
            </a:r>
          </a:p>
          <a:p>
            <a:pPr>
              <a:spcAft>
                <a:spcPts val="300"/>
              </a:spcAft>
              <a:defRPr sz="1000"/>
            </a:pPr>
            <a:r>
              <a:t>a</a:t>
            </a:r>
          </a:p>
          <a:p>
            <a:pPr>
              <a:spcAft>
                <a:spcPts val="300"/>
              </a:spcAft>
              <a:defRPr sz="1000"/>
            </a:pPr>
            <a:r>
              <a:t>p</a:t>
            </a:r>
          </a:p>
          <a:p>
            <a:pPr>
              <a:spcAft>
                <a:spcPts val="300"/>
              </a:spcAft>
              <a:defRPr sz="1000"/>
            </a:pPr>
            <a:r>
              <a:t>h</a:t>
            </a:r>
          </a:p>
          <a:p>
            <a:pPr>
              <a:spcAft>
                <a:spcPts val="300"/>
              </a:spcAft>
              <a:defRPr sz="1000"/>
            </a:pPr>
            <a:r>
              <a:t>H</a:t>
            </a:r>
          </a:p>
          <a:p>
            <a:pPr>
              <a:spcAft>
                <a:spcPts val="300"/>
              </a:spcAft>
              <a:defRPr sz="1000"/>
            </a:pPr>
            <a:r>
              <a:t>o</a:t>
            </a:r>
          </a:p>
          <a:p>
            <a:pPr>
              <a:spcAft>
                <a:spcPts val="300"/>
              </a:spcAft>
              <a:defRPr sz="1000"/>
            </a:pPr>
            <a:r>
              <a:t>s</a:t>
            </a:r>
          </a:p>
          <a:p>
            <a:pPr>
              <a:spcAft>
                <a:spcPts val="300"/>
              </a:spcAft>
              <a:defRPr sz="1000"/>
            </a:pPr>
            <a:r>
              <a:t>t</a:t>
            </a:r>
          </a:p>
          <a:p>
            <a:pPr>
              <a:spcAft>
                <a:spcPts val="300"/>
              </a:spcAft>
              <a:defRPr sz="1000"/>
            </a:pPr>
            <a:r>
              <a:t>A</a:t>
            </a:r>
          </a:p>
          <a:p>
            <a:pPr>
              <a:spcAft>
                <a:spcPts val="300"/>
              </a:spcAft>
              <a:defRPr sz="1000"/>
            </a:pPr>
            <a:r>
              <a:t>p</a:t>
            </a:r>
          </a:p>
          <a:p>
            <a:pPr>
              <a:spcAft>
                <a:spcPts val="300"/>
              </a:spcAft>
              <a:defRPr sz="1000"/>
            </a:pPr>
            <a:r>
              <a:t>p</a:t>
            </a:r>
          </a:p>
          <a:p>
            <a:pPr>
              <a:spcAft>
                <a:spcPts val="300"/>
              </a:spcAft>
              <a:defRPr sz="1000"/>
            </a:pPr>
            <a:r>
              <a:t>[</a:t>
            </a:r>
          </a:p>
          <a:p>
            <a:pPr>
              <a:spcAft>
                <a:spcPts val="300"/>
              </a:spcAft>
              <a:defRPr sz="1000"/>
            </a:pPr>
            <a:r>
              <a:t>"</a:t>
            </a:r>
          </a:p>
          <a:p>
            <a:pPr>
              <a:spcAft>
                <a:spcPts val="300"/>
              </a:spcAft>
              <a:defRPr sz="1000"/>
            </a:pPr>
            <a:r>
              <a:t>🏠</a:t>
            </a:r>
          </a:p>
          <a:p>
            <a:pPr>
              <a:spcAft>
                <a:spcPts val="300"/>
              </a:spcAft>
              <a:defRPr sz="1000"/>
            </a:pPr>
            <a:r>
              <a:t>A</a:t>
            </a:r>
          </a:p>
          <a:p>
            <a:pPr>
              <a:spcAft>
                <a:spcPts val="300"/>
              </a:spcAft>
              <a:defRPr sz="1000"/>
            </a:pPr>
            <a:r>
              <a:t>n</a:t>
            </a:r>
          </a:p>
          <a:p>
            <a:pPr>
              <a:spcAft>
                <a:spcPts val="300"/>
              </a:spcAft>
              <a:defRPr sz="1000"/>
            </a:pPr>
            <a:r>
              <a:t>g</a:t>
            </a:r>
          </a:p>
          <a:p>
            <a:pPr>
              <a:spcAft>
                <a:spcPts val="300"/>
              </a:spcAft>
              <a:defRPr sz="1000"/>
            </a:pPr>
            <a:r>
              <a:t>u</a:t>
            </a:r>
          </a:p>
          <a:p>
            <a:pPr>
              <a:spcAft>
                <a:spcPts val="300"/>
              </a:spcAft>
              <a:defRPr sz="1000"/>
            </a:pPr>
            <a:r>
              <a:t>l</a:t>
            </a:r>
          </a:p>
          <a:p>
            <a:pPr>
              <a:spcAft>
                <a:spcPts val="300"/>
              </a:spcAft>
              <a:defRPr sz="1000"/>
            </a:pPr>
            <a:r>
              <a:t>a</a:t>
            </a:r>
          </a:p>
          <a:p>
            <a:pPr>
              <a:spcAft>
                <a:spcPts val="300"/>
              </a:spcAft>
              <a:defRPr sz="1000"/>
            </a:pPr>
            <a:r>
              <a:t>r</a:t>
            </a:r>
          </a:p>
          <a:p>
            <a:pPr>
              <a:spcAft>
                <a:spcPts val="300"/>
              </a:spcAft>
              <a:defRPr sz="1000"/>
            </a:pPr>
            <a:r>
              <a:t>J</a:t>
            </a:r>
          </a:p>
          <a:p>
            <a:pPr>
              <a:spcAft>
                <a:spcPts val="300"/>
              </a:spcAft>
              <a:defRPr sz="1000"/>
            </a:pPr>
            <a:r>
              <a:t>S</a:t>
            </a:r>
          </a:p>
          <a:p>
            <a:pPr>
              <a:spcAft>
                <a:spcPts val="300"/>
              </a:spcAft>
              <a:defRPr sz="1000"/>
            </a:pPr>
            <a:r>
              <a:t>H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🎯 Complete Integration 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pic>
        <p:nvPicPr>
          <p:cNvPr id="4" name="Picture 3" descr="diagram_0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45920"/>
            <a:ext cx="822960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🏛️ Project Structure with MFE Integration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4592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000"/>
            </a:pPr>
            <a:r>
              <a:t>a</a:t>
            </a:r>
          </a:p>
          <a:p>
            <a:pPr>
              <a:spcAft>
                <a:spcPts val="300"/>
              </a:spcAft>
              <a:defRPr sz="1000"/>
            </a:pPr>
            <a:r>
              <a:t>n</a:t>
            </a:r>
          </a:p>
          <a:p>
            <a:pPr>
              <a:spcAft>
                <a:spcPts val="300"/>
              </a:spcAft>
              <a:defRPr sz="1000"/>
            </a:pPr>
            <a:r>
              <a:t>g</a:t>
            </a:r>
          </a:p>
          <a:p>
            <a:pPr>
              <a:spcAft>
                <a:spcPts val="300"/>
              </a:spcAft>
              <a:defRPr sz="1000"/>
            </a:pPr>
            <a:r>
              <a:t>u</a:t>
            </a:r>
          </a:p>
          <a:p>
            <a:pPr>
              <a:spcAft>
                <a:spcPts val="300"/>
              </a:spcAft>
              <a:defRPr sz="1000"/>
            </a:pPr>
            <a:r>
              <a:t>l</a:t>
            </a:r>
          </a:p>
          <a:p>
            <a:pPr>
              <a:spcAft>
                <a:spcPts val="300"/>
              </a:spcAft>
              <a:defRPr sz="1000"/>
            </a:pPr>
            <a:r>
              <a:t>a</a:t>
            </a:r>
          </a:p>
          <a:p>
            <a:pPr>
              <a:spcAft>
                <a:spcPts val="300"/>
              </a:spcAft>
              <a:defRPr sz="1000"/>
            </a:pPr>
            <a:r>
              <a:t>r</a:t>
            </a:r>
          </a:p>
          <a:p>
            <a:pPr>
              <a:spcAft>
                <a:spcPts val="300"/>
              </a:spcAft>
              <a:defRPr sz="1000"/>
            </a:pPr>
            <a:r>
              <a:t>-</a:t>
            </a:r>
          </a:p>
          <a:p>
            <a:pPr>
              <a:spcAft>
                <a:spcPts val="300"/>
              </a:spcAft>
              <a:defRPr sz="1000"/>
            </a:pPr>
            <a:r>
              <a:t>p</a:t>
            </a:r>
          </a:p>
          <a:p>
            <a:pPr>
              <a:spcAft>
                <a:spcPts val="300"/>
              </a:spcAft>
              <a:defRPr sz="1000"/>
            </a:pPr>
            <a:r>
              <a:t>h</a:t>
            </a:r>
          </a:p>
          <a:p>
            <a:pPr>
              <a:spcAft>
                <a:spcPts val="300"/>
              </a:spcAft>
              <a:defRPr sz="1000"/>
            </a:pPr>
            <a:r>
              <a:t>o</a:t>
            </a:r>
          </a:p>
          <a:p>
            <a:pPr>
              <a:spcAft>
                <a:spcPts val="300"/>
              </a:spcAft>
              <a:defRPr sz="1000"/>
            </a:pPr>
            <a:r>
              <a:t>n</a:t>
            </a:r>
          </a:p>
          <a:p>
            <a:pPr>
              <a:spcAft>
                <a:spcPts val="300"/>
              </a:spcAft>
              <a:defRPr sz="1000"/>
            </a:pPr>
            <a:r>
              <a:t>e</a:t>
            </a:r>
          </a:p>
          <a:p>
            <a:pPr>
              <a:spcAft>
                <a:spcPts val="300"/>
              </a:spcAft>
              <a:defRPr sz="1000"/>
            </a:pPr>
            <a:r>
              <a:t>c</a:t>
            </a:r>
          </a:p>
          <a:p>
            <a:pPr>
              <a:spcAft>
                <a:spcPts val="300"/>
              </a:spcAft>
              <a:defRPr sz="1000"/>
            </a:pPr>
            <a:r>
              <a:t>a</a:t>
            </a:r>
          </a:p>
          <a:p>
            <a:pPr>
              <a:spcAft>
                <a:spcPts val="300"/>
              </a:spcAft>
              <a:defRPr sz="1000"/>
            </a:pPr>
            <a:r>
              <a:t>t</a:t>
            </a:r>
          </a:p>
          <a:p>
            <a:pPr>
              <a:spcAft>
                <a:spcPts val="300"/>
              </a:spcAft>
              <a:defRPr sz="1000"/>
            </a:pPr>
            <a:r>
              <a:t>/</a:t>
            </a:r>
          </a:p>
          <a:p>
            <a:pPr>
              <a:spcAft>
                <a:spcPts val="300"/>
              </a:spcAft>
              <a:defRPr sz="1000"/>
            </a:pPr>
            <a:r>
              <a:t>│</a:t>
            </a:r>
          </a:p>
          <a:p>
            <a:pPr>
              <a:spcAft>
                <a:spcPts val="300"/>
              </a:spcAft>
              <a:defRPr sz="1000"/>
            </a:pPr>
            <a:r>
              <a:t>├</a:t>
            </a:r>
          </a:p>
          <a:p>
            <a:pPr>
              <a:spcAft>
                <a:spcPts val="300"/>
              </a:spcAft>
              <a:defRPr sz="1000"/>
            </a:pPr>
            <a:r>
              <a:t>─</a:t>
            </a:r>
          </a:p>
          <a:p>
            <a:pPr>
              <a:spcAft>
                <a:spcPts val="300"/>
              </a:spcAft>
              <a:defRPr sz="1000"/>
            </a:pPr>
            <a:r>
              <a:t>─</a:t>
            </a:r>
          </a:p>
          <a:p>
            <a:pPr>
              <a:spcAft>
                <a:spcPts val="300"/>
              </a:spcAft>
              <a:defRPr sz="1000"/>
            </a:pPr>
            <a:r>
              <a:t>📱</a:t>
            </a:r>
          </a:p>
          <a:p>
            <a:pPr>
              <a:spcAft>
                <a:spcPts val="300"/>
              </a:spcAft>
              <a:defRPr sz="1000"/>
            </a:pPr>
            <a:r>
              <a:t>A</a:t>
            </a:r>
          </a:p>
          <a:p>
            <a:pPr>
              <a:spcAft>
                <a:spcPts val="300"/>
              </a:spcAft>
              <a:defRPr sz="1000"/>
            </a:pPr>
            <a:r>
              <a:t>n</a:t>
            </a:r>
          </a:p>
          <a:p>
            <a:pPr>
              <a:spcAft>
                <a:spcPts val="300"/>
              </a:spcAft>
              <a:defRPr sz="1000"/>
            </a:pPr>
            <a:r>
              <a:t>g</a:t>
            </a:r>
          </a:p>
          <a:p>
            <a:pPr>
              <a:spcAft>
                <a:spcPts val="300"/>
              </a:spcAft>
              <a:defRPr sz="1000"/>
            </a:pPr>
            <a:r>
              <a:t>u</a:t>
            </a:r>
          </a:p>
          <a:p>
            <a:pPr>
              <a:spcAft>
                <a:spcPts val="300"/>
              </a:spcAft>
              <a:defRPr sz="1000"/>
            </a:pPr>
            <a:r>
              <a:t>l</a:t>
            </a:r>
          </a:p>
          <a:p>
            <a:pPr>
              <a:spcAft>
                <a:spcPts val="300"/>
              </a:spcAft>
              <a:defRPr sz="1000"/>
            </a:pPr>
            <a:r>
              <a:t>a</a:t>
            </a:r>
          </a:p>
          <a:p>
            <a:pPr>
              <a:spcAft>
                <a:spcPts val="300"/>
              </a:spcAft>
              <a:defRPr sz="1000"/>
            </a:pPr>
            <a:r>
              <a:t>r</a:t>
            </a:r>
          </a:p>
          <a:p>
            <a:pPr>
              <a:spcAft>
                <a:spcPts val="300"/>
              </a:spcAft>
              <a:defRPr sz="1000"/>
            </a:pPr>
            <a:r>
              <a:t>J</a:t>
            </a:r>
          </a:p>
          <a:p>
            <a:pPr>
              <a:spcAft>
                <a:spcPts val="300"/>
              </a:spcAft>
              <a:defRPr sz="1000"/>
            </a:pPr>
            <a:r>
              <a:t>S</a:t>
            </a:r>
          </a:p>
          <a:p>
            <a:pPr>
              <a:spcAft>
                <a:spcPts val="300"/>
              </a:spcAft>
              <a:defRPr sz="1000"/>
            </a:pPr>
            <a:r>
              <a:t>H</a:t>
            </a:r>
          </a:p>
          <a:p>
            <a:pPr>
              <a:spcAft>
                <a:spcPts val="300"/>
              </a:spcAft>
              <a:defRPr sz="1000"/>
            </a:pPr>
            <a:r>
              <a:t>o</a:t>
            </a:r>
          </a:p>
          <a:p>
            <a:pPr>
              <a:spcAft>
                <a:spcPts val="300"/>
              </a:spcAft>
              <a:defRPr sz="1000"/>
            </a:pPr>
            <a:r>
              <a:t>s</a:t>
            </a:r>
          </a:p>
          <a:p>
            <a:pPr>
              <a:spcAft>
                <a:spcPts val="300"/>
              </a:spcAft>
              <a:defRPr sz="1000"/>
            </a:pPr>
            <a:r>
              <a:t>t</a:t>
            </a:r>
          </a:p>
          <a:p>
            <a:pPr>
              <a:spcAft>
                <a:spcPts val="300"/>
              </a:spcAft>
              <a:defRPr sz="1000"/>
            </a:pPr>
            <a:r>
              <a:t>A</a:t>
            </a:r>
          </a:p>
          <a:p>
            <a:pPr>
              <a:spcAft>
                <a:spcPts val="300"/>
              </a:spcAft>
              <a:defRPr sz="1000"/>
            </a:pPr>
            <a:r>
              <a:t>p</a:t>
            </a:r>
          </a:p>
          <a:p>
            <a:pPr>
              <a:spcAft>
                <a:spcPts val="300"/>
              </a:spcAft>
              <a:defRPr sz="1000"/>
            </a:pPr>
            <a:r>
              <a:t>p</a:t>
            </a:r>
          </a:p>
          <a:p>
            <a:pPr>
              <a:spcAft>
                <a:spcPts val="300"/>
              </a:spcAft>
              <a:defRPr sz="1000"/>
            </a:pPr>
            <a:r>
              <a:t>l</a:t>
            </a:r>
          </a:p>
          <a:p>
            <a:pPr>
              <a:spcAft>
                <a:spcPts val="300"/>
              </a:spcAft>
              <a:defRPr sz="1000"/>
            </a:pPr>
            <a:r>
              <a:t>i</a:t>
            </a:r>
          </a:p>
          <a:p>
            <a:pPr>
              <a:spcAft>
                <a:spcPts val="300"/>
              </a:spcAft>
              <a:defRPr sz="1000"/>
            </a:pPr>
            <a:r>
              <a:t>c</a:t>
            </a:r>
          </a:p>
          <a:p>
            <a:pPr>
              <a:spcAft>
                <a:spcPts val="300"/>
              </a:spcAft>
              <a:defRPr sz="1000"/>
            </a:pPr>
            <a:r>
              <a:t>a</a:t>
            </a:r>
          </a:p>
          <a:p>
            <a:pPr>
              <a:spcAft>
                <a:spcPts val="300"/>
              </a:spcAft>
              <a:defRPr sz="1000"/>
            </a:pPr>
            <a:r>
              <a:t>t</a:t>
            </a:r>
          </a:p>
          <a:p>
            <a:pPr>
              <a:spcAft>
                <a:spcPts val="300"/>
              </a:spcAft>
              <a:defRPr sz="1000"/>
            </a:pPr>
            <a:r>
              <a:t>i</a:t>
            </a:r>
          </a:p>
          <a:p>
            <a:pPr>
              <a:spcAft>
                <a:spcPts val="300"/>
              </a:spcAft>
              <a:defRPr sz="1000"/>
            </a:pPr>
            <a:r>
              <a:t>o</a:t>
            </a:r>
          </a:p>
          <a:p>
            <a:pPr>
              <a:spcAft>
                <a:spcPts val="300"/>
              </a:spcAft>
              <a:defRPr sz="1000"/>
            </a:pPr>
            <a:r>
              <a:t>n</a:t>
            </a:r>
          </a:p>
          <a:p>
            <a:pPr>
              <a:spcAft>
                <a:spcPts val="300"/>
              </a:spcAft>
              <a:defRPr sz="1000"/>
            </a:pPr>
            <a:r>
              <a:t>│</a:t>
            </a:r>
          </a:p>
          <a:p>
            <a:pPr>
              <a:spcAft>
                <a:spcPts val="300"/>
              </a:spcAft>
              <a:defRPr sz="1000"/>
            </a:pPr>
            <a:r>
              <a:t>├</a:t>
            </a:r>
          </a:p>
          <a:p>
            <a:pPr>
              <a:spcAft>
                <a:spcPts val="300"/>
              </a:spcAft>
              <a:defRPr sz="1000"/>
            </a:pPr>
            <a:r>
              <a:t>─</a:t>
            </a:r>
          </a:p>
          <a:p>
            <a:pPr>
              <a:spcAft>
                <a:spcPts val="300"/>
              </a:spcAft>
              <a:defRPr sz="1000"/>
            </a:pPr>
            <a:r>
              <a:t>─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🎨 Visual Component Hierarchy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pic>
        <p:nvPicPr>
          <p:cNvPr id="4" name="Picture 3" descr="diagram_0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45920"/>
            <a:ext cx="822960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📊 Migration Strategy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4592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000"/>
            </a:pPr>
            <a:r>
              <a:t>M</a:t>
            </a:r>
          </a:p>
          <a:p>
            <a:pPr>
              <a:spcAft>
                <a:spcPts val="300"/>
              </a:spcAft>
              <a:defRPr sz="1000"/>
            </a:pPr>
            <a:r>
              <a:t>e</a:t>
            </a:r>
          </a:p>
          <a:p>
            <a:pPr>
              <a:spcAft>
                <a:spcPts val="300"/>
              </a:spcAft>
              <a:defRPr sz="1000"/>
            </a:pPr>
            <a:r>
              <a:t>r</a:t>
            </a:r>
          </a:p>
          <a:p>
            <a:pPr>
              <a:spcAft>
                <a:spcPts val="300"/>
              </a:spcAft>
              <a:defRPr sz="1000"/>
            </a:pPr>
            <a:r>
              <a:t>m</a:t>
            </a:r>
          </a:p>
          <a:p>
            <a:pPr>
              <a:spcAft>
                <a:spcPts val="300"/>
              </a:spcAft>
              <a:defRPr sz="1000"/>
            </a:pPr>
            <a:r>
              <a:t>a</a:t>
            </a:r>
          </a:p>
          <a:p>
            <a:pPr>
              <a:spcAft>
                <a:spcPts val="300"/>
              </a:spcAft>
              <a:defRPr sz="1000"/>
            </a:pPr>
            <a:r>
              <a:t>i</a:t>
            </a:r>
          </a:p>
          <a:p>
            <a:pPr>
              <a:spcAft>
                <a:spcPts val="300"/>
              </a:spcAft>
              <a:defRPr sz="1000"/>
            </a:pPr>
            <a:r>
              <a:t>d</a:t>
            </a:r>
          </a:p>
          <a:p>
            <a:pPr>
              <a:spcAft>
                <a:spcPts val="300"/>
              </a:spcAft>
              <a:defRPr sz="1000"/>
            </a:pPr>
            <a:r>
              <a:t>D</a:t>
            </a:r>
          </a:p>
          <a:p>
            <a:pPr>
              <a:spcAft>
                <a:spcPts val="300"/>
              </a:spcAft>
              <a:defRPr sz="1000"/>
            </a:pPr>
            <a:r>
              <a:t>i</a:t>
            </a:r>
          </a:p>
          <a:p>
            <a:pPr>
              <a:spcAft>
                <a:spcPts val="300"/>
              </a:spcAft>
              <a:defRPr sz="1000"/>
            </a:pPr>
            <a:r>
              <a:t>a</a:t>
            </a:r>
          </a:p>
          <a:p>
            <a:pPr>
              <a:spcAft>
                <a:spcPts val="300"/>
              </a:spcAft>
              <a:defRPr sz="1000"/>
            </a:pPr>
            <a:r>
              <a:t>g</a:t>
            </a:r>
          </a:p>
          <a:p>
            <a:pPr>
              <a:spcAft>
                <a:spcPts val="300"/>
              </a:spcAft>
              <a:defRPr sz="1000"/>
            </a:pPr>
            <a:r>
              <a:t>r</a:t>
            </a:r>
          </a:p>
          <a:p>
            <a:pPr>
              <a:spcAft>
                <a:spcPts val="300"/>
              </a:spcAft>
              <a:defRPr sz="1000"/>
            </a:pPr>
            <a:r>
              <a:t>a</a:t>
            </a:r>
          </a:p>
          <a:p>
            <a:pPr>
              <a:spcAft>
                <a:spcPts val="300"/>
              </a:spcAft>
              <a:defRPr sz="1000"/>
            </a:pPr>
            <a:r>
              <a:t>m</a:t>
            </a:r>
          </a:p>
          <a:p>
            <a:pPr>
              <a:spcAft>
                <a:spcPts val="300"/>
              </a:spcAft>
              <a:defRPr sz="1000"/>
            </a:pPr>
            <a:r>
              <a:t>:</a:t>
            </a:r>
          </a:p>
          <a:p>
            <a:pPr>
              <a:spcAft>
                <a:spcPts val="300"/>
              </a:spcAft>
              <a:defRPr sz="1000"/>
            </a:pPr>
            <a:r>
              <a:t>g</a:t>
            </a:r>
          </a:p>
          <a:p>
            <a:pPr>
              <a:spcAft>
                <a:spcPts val="300"/>
              </a:spcAft>
              <a:defRPr sz="1000"/>
            </a:pPr>
            <a:r>
              <a:t>a</a:t>
            </a:r>
          </a:p>
          <a:p>
            <a:pPr>
              <a:spcAft>
                <a:spcPts val="300"/>
              </a:spcAft>
              <a:defRPr sz="1000"/>
            </a:pPr>
            <a:r>
              <a:t>n</a:t>
            </a:r>
          </a:p>
          <a:p>
            <a:pPr>
              <a:spcAft>
                <a:spcPts val="300"/>
              </a:spcAft>
              <a:defRPr sz="1000"/>
            </a:pPr>
            <a:r>
              <a:t>t</a:t>
            </a:r>
          </a:p>
          <a:p>
            <a:pPr>
              <a:spcAft>
                <a:spcPts val="300"/>
              </a:spcAft>
              <a:defRPr sz="1000"/>
            </a:pPr>
            <a:r>
              <a:t>t</a:t>
            </a:r>
          </a:p>
          <a:p>
            <a:pPr>
              <a:spcAft>
                <a:spcPts val="300"/>
              </a:spcAft>
              <a:defRPr sz="1000"/>
            </a:pPr>
            <a:r>
              <a:t>t</a:t>
            </a:r>
          </a:p>
          <a:p>
            <a:pPr>
              <a:spcAft>
                <a:spcPts val="300"/>
              </a:spcAft>
              <a:defRPr sz="1000"/>
            </a:pPr>
            <a:r>
              <a:t>i</a:t>
            </a:r>
          </a:p>
          <a:p>
            <a:pPr>
              <a:spcAft>
                <a:spcPts val="300"/>
              </a:spcAft>
              <a:defRPr sz="1000"/>
            </a:pPr>
            <a:r>
              <a:t>t</a:t>
            </a:r>
          </a:p>
          <a:p>
            <a:pPr>
              <a:spcAft>
                <a:spcPts val="300"/>
              </a:spcAft>
              <a:defRPr sz="1000"/>
            </a:pPr>
            <a:r>
              <a:t>l</a:t>
            </a:r>
          </a:p>
          <a:p>
            <a:pPr>
              <a:spcAft>
                <a:spcPts val="300"/>
              </a:spcAft>
              <a:defRPr sz="1000"/>
            </a:pPr>
            <a:r>
              <a:t>e</a:t>
            </a:r>
          </a:p>
          <a:p>
            <a:pPr>
              <a:spcAft>
                <a:spcPts val="300"/>
              </a:spcAft>
              <a:defRPr sz="1000"/>
            </a:pPr>
            <a:r>
              <a:t>M</a:t>
            </a:r>
          </a:p>
          <a:p>
            <a:pPr>
              <a:spcAft>
                <a:spcPts val="300"/>
              </a:spcAft>
              <a:defRPr sz="1000"/>
            </a:pPr>
            <a:r>
              <a:t>i</a:t>
            </a:r>
          </a:p>
          <a:p>
            <a:pPr>
              <a:spcAft>
                <a:spcPts val="300"/>
              </a:spcAft>
              <a:defRPr sz="1000"/>
            </a:pPr>
            <a:r>
              <a:t>c</a:t>
            </a:r>
          </a:p>
          <a:p>
            <a:pPr>
              <a:spcAft>
                <a:spcPts val="300"/>
              </a:spcAft>
              <a:defRPr sz="1000"/>
            </a:pPr>
            <a:r>
              <a:t>r</a:t>
            </a:r>
          </a:p>
          <a:p>
            <a:pPr>
              <a:spcAft>
                <a:spcPts val="300"/>
              </a:spcAft>
              <a:defRPr sz="1000"/>
            </a:pPr>
            <a:r>
              <a:t>o</a:t>
            </a:r>
          </a:p>
          <a:p>
            <a:pPr>
              <a:spcAft>
                <a:spcPts val="300"/>
              </a:spcAft>
              <a:defRPr sz="1000"/>
            </a:pPr>
            <a:r>
              <a:t>-</a:t>
            </a:r>
          </a:p>
          <a:p>
            <a:pPr>
              <a:spcAft>
                <a:spcPts val="300"/>
              </a:spcAft>
              <a:defRPr sz="1000"/>
            </a:pPr>
            <a:r>
              <a:t>F</a:t>
            </a:r>
          </a:p>
          <a:p>
            <a:pPr>
              <a:spcAft>
                <a:spcPts val="300"/>
              </a:spcAft>
              <a:defRPr sz="1000"/>
            </a:pPr>
            <a:r>
              <a:t>r</a:t>
            </a:r>
          </a:p>
          <a:p>
            <a:pPr>
              <a:spcAft>
                <a:spcPts val="300"/>
              </a:spcAft>
              <a:defRPr sz="1000"/>
            </a:pPr>
            <a:r>
              <a:t>o</a:t>
            </a:r>
          </a:p>
          <a:p>
            <a:pPr>
              <a:spcAft>
                <a:spcPts val="300"/>
              </a:spcAft>
              <a:defRPr sz="1000"/>
            </a:pPr>
            <a:r>
              <a:t>n</a:t>
            </a:r>
          </a:p>
          <a:p>
            <a:pPr>
              <a:spcAft>
                <a:spcPts val="300"/>
              </a:spcAft>
              <a:defRPr sz="1000"/>
            </a:pPr>
            <a:r>
              <a:t>t</a:t>
            </a:r>
          </a:p>
          <a:p>
            <a:pPr>
              <a:spcAft>
                <a:spcPts val="300"/>
              </a:spcAft>
              <a:defRPr sz="1000"/>
            </a:pPr>
            <a:r>
              <a:t>e</a:t>
            </a:r>
          </a:p>
          <a:p>
            <a:pPr>
              <a:spcAft>
                <a:spcPts val="300"/>
              </a:spcAft>
              <a:defRPr sz="1000"/>
            </a:pPr>
            <a:r>
              <a:t>n</a:t>
            </a:r>
          </a:p>
          <a:p>
            <a:pPr>
              <a:spcAft>
                <a:spcPts val="300"/>
              </a:spcAft>
              <a:defRPr sz="1000"/>
            </a:pPr>
            <a:r>
              <a:t>d</a:t>
            </a:r>
          </a:p>
          <a:p>
            <a:pPr>
              <a:spcAft>
                <a:spcPts val="300"/>
              </a:spcAft>
              <a:defRPr sz="1000"/>
            </a:pPr>
            <a:r>
              <a:t>M</a:t>
            </a:r>
          </a:p>
          <a:p>
            <a:pPr>
              <a:spcAft>
                <a:spcPts val="300"/>
              </a:spcAft>
              <a:defRPr sz="1000"/>
            </a:pPr>
            <a:r>
              <a:t>i</a:t>
            </a:r>
          </a:p>
          <a:p>
            <a:pPr>
              <a:spcAft>
                <a:spcPts val="300"/>
              </a:spcAft>
              <a:defRPr sz="1000"/>
            </a:pPr>
            <a:r>
              <a:t>g</a:t>
            </a:r>
          </a:p>
          <a:p>
            <a:pPr>
              <a:spcAft>
                <a:spcPts val="300"/>
              </a:spcAft>
              <a:defRPr sz="1000"/>
            </a:pPr>
            <a:r>
              <a:t>r</a:t>
            </a:r>
          </a:p>
          <a:p>
            <a:pPr>
              <a:spcAft>
                <a:spcPts val="300"/>
              </a:spcAft>
              <a:defRPr sz="1000"/>
            </a:pPr>
            <a:r>
              <a:t>a</a:t>
            </a:r>
          </a:p>
          <a:p>
            <a:pPr>
              <a:spcAft>
                <a:spcPts val="300"/>
              </a:spcAft>
              <a:defRPr sz="1000"/>
            </a:pPr>
            <a:r>
              <a:t>t</a:t>
            </a:r>
          </a:p>
          <a:p>
            <a:pPr>
              <a:spcAft>
                <a:spcPts val="300"/>
              </a:spcAft>
              <a:defRPr sz="1000"/>
            </a:pPr>
            <a:r>
              <a:t>i</a:t>
            </a:r>
          </a:p>
          <a:p>
            <a:pPr>
              <a:spcAft>
                <a:spcPts val="300"/>
              </a:spcAft>
              <a:defRPr sz="1000"/>
            </a:pPr>
            <a:r>
              <a:t>o</a:t>
            </a:r>
          </a:p>
          <a:p>
            <a:pPr>
              <a:spcAft>
                <a:spcPts val="300"/>
              </a:spcAft>
              <a:defRPr sz="1000"/>
            </a:pPr>
            <a:r>
              <a:t>n</a:t>
            </a:r>
          </a:p>
          <a:p>
            <a:pPr>
              <a:spcAft>
                <a:spcPts val="300"/>
              </a:spcAft>
              <a:defRPr sz="1000"/>
            </a:pPr>
            <a:r>
              <a:t>T</a:t>
            </a:r>
          </a:p>
          <a:p>
            <a:pPr>
              <a:spcAft>
                <a:spcPts val="300"/>
              </a:spcAft>
              <a:defRPr sz="1000"/>
            </a:pPr>
            <a:r>
              <a:t>i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🔍 Key Integration Points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4592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000"/>
            </a:pPr>
            <a:r>
              <a:t>|</a:t>
            </a:r>
          </a:p>
          <a:p>
            <a:pPr>
              <a:spcAft>
                <a:spcPts val="300"/>
              </a:spcAft>
              <a:defRPr sz="1000"/>
            </a:pPr>
            <a:r>
              <a:t>I</a:t>
            </a:r>
          </a:p>
          <a:p>
            <a:pPr>
              <a:spcAft>
                <a:spcPts val="300"/>
              </a:spcAft>
              <a:defRPr sz="1000"/>
            </a:pPr>
            <a:r>
              <a:t>n</a:t>
            </a:r>
          </a:p>
          <a:p>
            <a:pPr>
              <a:spcAft>
                <a:spcPts val="300"/>
              </a:spcAft>
              <a:defRPr sz="1000"/>
            </a:pPr>
            <a:r>
              <a:t>t</a:t>
            </a:r>
          </a:p>
          <a:p>
            <a:pPr>
              <a:spcAft>
                <a:spcPts val="300"/>
              </a:spcAft>
              <a:defRPr sz="1000"/>
            </a:pPr>
            <a:r>
              <a:t>e</a:t>
            </a:r>
          </a:p>
          <a:p>
            <a:pPr>
              <a:spcAft>
                <a:spcPts val="300"/>
              </a:spcAft>
              <a:defRPr sz="1000"/>
            </a:pPr>
            <a:r>
              <a:t>g</a:t>
            </a:r>
          </a:p>
          <a:p>
            <a:pPr>
              <a:spcAft>
                <a:spcPts val="300"/>
              </a:spcAft>
              <a:defRPr sz="1000"/>
            </a:pPr>
            <a:r>
              <a:t>r</a:t>
            </a:r>
          </a:p>
          <a:p>
            <a:pPr>
              <a:spcAft>
                <a:spcPts val="300"/>
              </a:spcAft>
              <a:defRPr sz="1000"/>
            </a:pPr>
            <a:r>
              <a:t>a</a:t>
            </a:r>
          </a:p>
          <a:p>
            <a:pPr>
              <a:spcAft>
                <a:spcPts val="300"/>
              </a:spcAft>
              <a:defRPr sz="1000"/>
            </a:pPr>
            <a:r>
              <a:t>t</a:t>
            </a:r>
          </a:p>
          <a:p>
            <a:pPr>
              <a:spcAft>
                <a:spcPts val="300"/>
              </a:spcAft>
              <a:defRPr sz="1000"/>
            </a:pPr>
            <a:r>
              <a:t>i</a:t>
            </a:r>
          </a:p>
          <a:p>
            <a:pPr>
              <a:spcAft>
                <a:spcPts val="300"/>
              </a:spcAft>
              <a:defRPr sz="1000"/>
            </a:pPr>
            <a:r>
              <a:t>o</a:t>
            </a:r>
          </a:p>
          <a:p>
            <a:pPr>
              <a:spcAft>
                <a:spcPts val="300"/>
              </a:spcAft>
              <a:defRPr sz="1000"/>
            </a:pPr>
            <a:r>
              <a:t>n</a:t>
            </a:r>
          </a:p>
          <a:p>
            <a:pPr>
              <a:spcAft>
                <a:spcPts val="300"/>
              </a:spcAft>
              <a:defRPr sz="1000"/>
            </a:pPr>
            <a:r>
              <a:t>P</a:t>
            </a:r>
          </a:p>
          <a:p>
            <a:pPr>
              <a:spcAft>
                <a:spcPts val="300"/>
              </a:spcAft>
              <a:defRPr sz="1000"/>
            </a:pPr>
            <a:r>
              <a:t>o</a:t>
            </a:r>
          </a:p>
          <a:p>
            <a:pPr>
              <a:spcAft>
                <a:spcPts val="300"/>
              </a:spcAft>
              <a:defRPr sz="1000"/>
            </a:pPr>
            <a:r>
              <a:t>i</a:t>
            </a:r>
          </a:p>
          <a:p>
            <a:pPr>
              <a:spcAft>
                <a:spcPts val="300"/>
              </a:spcAft>
              <a:defRPr sz="1000"/>
            </a:pPr>
            <a:r>
              <a:t>n</a:t>
            </a:r>
          </a:p>
          <a:p>
            <a:pPr>
              <a:spcAft>
                <a:spcPts val="300"/>
              </a:spcAft>
              <a:defRPr sz="1000"/>
            </a:pPr>
            <a:r>
              <a:t>t</a:t>
            </a:r>
          </a:p>
          <a:p>
            <a:pPr>
              <a:spcAft>
                <a:spcPts val="300"/>
              </a:spcAft>
              <a:defRPr sz="1000"/>
            </a:pPr>
            <a:r>
              <a:t>|</a:t>
            </a:r>
          </a:p>
          <a:p>
            <a:pPr>
              <a:spcAft>
                <a:spcPts val="300"/>
              </a:spcAft>
              <a:defRPr sz="1000"/>
            </a:pPr>
            <a:r>
              <a:t>T</a:t>
            </a:r>
          </a:p>
          <a:p>
            <a:pPr>
              <a:spcAft>
                <a:spcPts val="300"/>
              </a:spcAft>
              <a:defRPr sz="1000"/>
            </a:pPr>
            <a:r>
              <a:t>e</a:t>
            </a:r>
          </a:p>
          <a:p>
            <a:pPr>
              <a:spcAft>
                <a:spcPts val="300"/>
              </a:spcAft>
              <a:defRPr sz="1000"/>
            </a:pPr>
            <a:r>
              <a:t>c</a:t>
            </a:r>
          </a:p>
          <a:p>
            <a:pPr>
              <a:spcAft>
                <a:spcPts val="300"/>
              </a:spcAft>
              <a:defRPr sz="1000"/>
            </a:pPr>
            <a:r>
              <a:t>h</a:t>
            </a:r>
          </a:p>
          <a:p>
            <a:pPr>
              <a:spcAft>
                <a:spcPts val="300"/>
              </a:spcAft>
              <a:defRPr sz="1000"/>
            </a:pPr>
            <a:r>
              <a:t>n</a:t>
            </a:r>
          </a:p>
          <a:p>
            <a:pPr>
              <a:spcAft>
                <a:spcPts val="300"/>
              </a:spcAft>
              <a:defRPr sz="1000"/>
            </a:pPr>
            <a:r>
              <a:t>o</a:t>
            </a:r>
          </a:p>
          <a:p>
            <a:pPr>
              <a:spcAft>
                <a:spcPts val="300"/>
              </a:spcAft>
              <a:defRPr sz="1000"/>
            </a:pPr>
            <a:r>
              <a:t>l</a:t>
            </a:r>
          </a:p>
          <a:p>
            <a:pPr>
              <a:spcAft>
                <a:spcPts val="300"/>
              </a:spcAft>
              <a:defRPr sz="1000"/>
            </a:pPr>
            <a:r>
              <a:t>o</a:t>
            </a:r>
          </a:p>
          <a:p>
            <a:pPr>
              <a:spcAft>
                <a:spcPts val="300"/>
              </a:spcAft>
              <a:defRPr sz="1000"/>
            </a:pPr>
            <a:r>
              <a:t>g</a:t>
            </a:r>
          </a:p>
          <a:p>
            <a:pPr>
              <a:spcAft>
                <a:spcPts val="300"/>
              </a:spcAft>
              <a:defRPr sz="1000"/>
            </a:pPr>
            <a:r>
              <a:t>y</a:t>
            </a:r>
          </a:p>
          <a:p>
            <a:pPr>
              <a:spcAft>
                <a:spcPts val="300"/>
              </a:spcAft>
              <a:defRPr sz="1000"/>
            </a:pPr>
            <a:r>
              <a:t>|</a:t>
            </a:r>
          </a:p>
          <a:p>
            <a:pPr>
              <a:spcAft>
                <a:spcPts val="300"/>
              </a:spcAft>
              <a:defRPr sz="1000"/>
            </a:pPr>
            <a:r>
              <a:t>P</a:t>
            </a:r>
          </a:p>
          <a:p>
            <a:pPr>
              <a:spcAft>
                <a:spcPts val="300"/>
              </a:spcAft>
              <a:defRPr sz="1000"/>
            </a:pPr>
            <a:r>
              <a:t>u</a:t>
            </a:r>
          </a:p>
          <a:p>
            <a:pPr>
              <a:spcAft>
                <a:spcPts val="300"/>
              </a:spcAft>
              <a:defRPr sz="1000"/>
            </a:pPr>
            <a:r>
              <a:t>r</a:t>
            </a:r>
          </a:p>
          <a:p>
            <a:pPr>
              <a:spcAft>
                <a:spcPts val="300"/>
              </a:spcAft>
              <a:defRPr sz="1000"/>
            </a:pPr>
            <a:r>
              <a:t>p</a:t>
            </a:r>
          </a:p>
          <a:p>
            <a:pPr>
              <a:spcAft>
                <a:spcPts val="300"/>
              </a:spcAft>
              <a:defRPr sz="1000"/>
            </a:pPr>
            <a:r>
              <a:t>o</a:t>
            </a:r>
          </a:p>
          <a:p>
            <a:pPr>
              <a:spcAft>
                <a:spcPts val="300"/>
              </a:spcAft>
              <a:defRPr sz="1000"/>
            </a:pPr>
            <a:r>
              <a:t>s</a:t>
            </a:r>
          </a:p>
          <a:p>
            <a:pPr>
              <a:spcAft>
                <a:spcPts val="300"/>
              </a:spcAft>
              <a:defRPr sz="1000"/>
            </a:pPr>
            <a:r>
              <a:t>e</a:t>
            </a:r>
          </a:p>
          <a:p>
            <a:pPr>
              <a:spcAft>
                <a:spcPts val="300"/>
              </a:spcAft>
              <a:defRPr sz="1000"/>
            </a:pPr>
            <a:r>
              <a:t>|</a:t>
            </a:r>
          </a:p>
          <a:p>
            <a:pPr>
              <a:spcAft>
                <a:spcPts val="300"/>
              </a:spcAft>
              <a:defRPr sz="1000"/>
            </a:pPr>
            <a:r>
              <a:t>|</a:t>
            </a:r>
          </a:p>
          <a:p>
            <a:pPr>
              <a:spcAft>
                <a:spcPts val="300"/>
              </a:spcAft>
              <a:defRPr sz="1000"/>
            </a:pPr>
            <a:r>
              <a:t>-</a:t>
            </a:r>
          </a:p>
          <a:p>
            <a:pPr>
              <a:spcAft>
                <a:spcPts val="300"/>
              </a:spcAft>
              <a:defRPr sz="1000"/>
            </a:pPr>
            <a:r>
              <a:t>-</a:t>
            </a:r>
          </a:p>
          <a:p>
            <a:pPr>
              <a:spcAft>
                <a:spcPts val="300"/>
              </a:spcAft>
              <a:defRPr sz="1000"/>
            </a:pPr>
            <a:r>
              <a:t>-</a:t>
            </a:r>
          </a:p>
          <a:p>
            <a:pPr>
              <a:spcAft>
                <a:spcPts val="300"/>
              </a:spcAft>
              <a:defRPr sz="1000"/>
            </a:pPr>
            <a:r>
              <a:t>-</a:t>
            </a:r>
          </a:p>
          <a:p>
            <a:pPr>
              <a:spcAft>
                <a:spcPts val="300"/>
              </a:spcAft>
              <a:defRPr sz="1000"/>
            </a:pPr>
            <a:r>
              <a:t>-</a:t>
            </a:r>
          </a:p>
          <a:p>
            <a:pPr>
              <a:spcAft>
                <a:spcPts val="300"/>
              </a:spcAft>
              <a:defRPr sz="1000"/>
            </a:pPr>
            <a:r>
              <a:t>-</a:t>
            </a:r>
          </a:p>
          <a:p>
            <a:pPr>
              <a:spcAft>
                <a:spcPts val="300"/>
              </a:spcAft>
              <a:defRPr sz="1000"/>
            </a:pPr>
            <a:r>
              <a:t>-</a:t>
            </a:r>
          </a:p>
          <a:p>
            <a:pPr>
              <a:spcAft>
                <a:spcPts val="300"/>
              </a:spcAft>
              <a:defRPr sz="1000"/>
            </a:pPr>
            <a:r>
              <a:t>-</a:t>
            </a:r>
          </a:p>
          <a:p>
            <a:pPr>
              <a:spcAft>
                <a:spcPts val="300"/>
              </a:spcAft>
              <a:defRPr sz="1000"/>
            </a:pPr>
            <a:r>
              <a:t>-</a:t>
            </a:r>
          </a:p>
          <a:p>
            <a:pPr>
              <a:spcAft>
                <a:spcPts val="300"/>
              </a:spcAft>
              <a:defRPr sz="1000"/>
            </a:pPr>
            <a:r>
              <a:t>-</a:t>
            </a:r>
          </a:p>
          <a:p>
            <a:pPr>
              <a:spcAft>
                <a:spcPts val="300"/>
              </a:spcAft>
              <a:defRPr sz="1000"/>
            </a:pPr>
            <a:r>
              <a:t>-</a:t>
            </a:r>
          </a:p>
          <a:p>
            <a:pPr>
              <a:spcAft>
                <a:spcPts val="300"/>
              </a:spcAft>
              <a:defRPr sz="1000"/>
            </a:pPr>
            <a:r>
              <a:t>-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✅ Benefits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pic>
        <p:nvPicPr>
          <p:cNvPr id="4" name="Picture 3" descr="diagram_0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45920"/>
            <a:ext cx="8229600" cy="4572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